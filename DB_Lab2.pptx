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F85ACD-AC0B-7F9D-6179-A90E156F1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4C01F48-9CAE-5436-BD6D-84A5EC509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000245-2793-4298-3875-793EF0187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8105F-5942-4091-B0BE-DE65D52F2596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3B7572-AF4C-5BBC-E235-8C800400D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B7E395-AA2C-F4EF-91C1-FBBD5BD86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161E-4365-40BD-8176-1E1C0586E1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993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CAB275-12BC-F524-AE22-89A1E4474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2DA82B-DD82-53EC-38C5-D4029B2BB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6221A7-6F47-ED06-EF28-618C2967F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8105F-5942-4091-B0BE-DE65D52F2596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CCEA23-6DAC-BFE5-B2CF-DF4DA1D88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4C33E7-7DFC-4661-707F-FD5F404D4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161E-4365-40BD-8176-1E1C0586E1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2151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35304F-C65F-FED4-E380-DB3DBE7B2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27C152-9610-359D-E2E4-3DB3213B4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47F869-1FBB-B778-8719-0E55D1B75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8105F-5942-4091-B0BE-DE65D52F2596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65F5BC-C960-FB06-0760-129B1CEC6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32F83A-30BC-B4A5-6863-046988B7B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161E-4365-40BD-8176-1E1C0586E1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186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50769E-31C2-361C-083A-4B48444FA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3A9FF5-6A5E-28AD-3DAB-E4FA367F5D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39B7487-E8FE-0697-AC61-948D2797E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E027472-E33C-FD61-1D00-E749180D9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8105F-5942-4091-B0BE-DE65D52F2596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7D24163-2A05-0C79-7F1E-AA633E9A4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7BA615-2AC6-1982-3627-BE6486FD8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161E-4365-40BD-8176-1E1C0586E1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6735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5CABBF-AF42-96BE-4BB1-AA109F8FB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E19B451-5E38-8823-EBC8-C50C26763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78D606-3DCD-5DAF-E734-EF713DD3A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5CC2DD9-A495-957E-F30E-980FCFD5C1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D93700-B053-48FB-0536-196E3A57B5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E25C2D1-18B8-AC91-55FD-07D53DBE1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8105F-5942-4091-B0BE-DE65D52F2596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9DCD556-8900-BD99-39EA-37C1F9198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D3568F5-6C24-E194-5355-A5BB1F4B0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161E-4365-40BD-8176-1E1C0586E1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734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F9DFD9-EE7A-E033-C3E6-6135062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7C89358-6FC9-3EF2-B0DB-6F5787DBC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8105F-5942-4091-B0BE-DE65D52F2596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629EB03-0F9A-8B96-F806-13B807BA5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9B9D19E-2CF8-5133-907D-2641F3FE2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161E-4365-40BD-8176-1E1C0586E1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2621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115458F-DAA8-8DDF-7342-002C6B1D2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8105F-5942-4091-B0BE-DE65D52F2596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3439076-61CA-C755-A82E-B70F5D02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57A7580-85E6-87F8-AA9E-CB6393D24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161E-4365-40BD-8176-1E1C0586E1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1093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60ABC4-760D-BA24-2E6B-73CC5D2B2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F85074-0957-5B0C-CE1F-49ABAE425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9FD0BFA-4E62-61A6-AB8B-A1A3579635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DCAB25F-55F2-E243-924C-AD48909E2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8105F-5942-4091-B0BE-DE65D52F2596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E5BCCB-E58D-7849-7002-F1FA1288B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FC2F73-B1E3-6865-0896-D98A041EB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161E-4365-40BD-8176-1E1C0586E1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744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A396A4-782C-F582-D9DF-9061074CB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9AADA2F-1542-3151-6FA2-ECFAFD78BA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8A16FE-485D-85E3-25DF-B7615EE2E5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DC864E-B0BE-B048-7E9A-6CFD23B3C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8105F-5942-4091-B0BE-DE65D52F2596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A9155C-CADB-435D-CC52-78CDACA8E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1CB34D-3BE5-EF75-AD49-B97C6CDCD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161E-4365-40BD-8176-1E1C0586E1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5741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7922B0-CBDF-4BDD-D8D2-E1D7F1DDA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45AE516-2948-5923-7F61-62B979BB8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365FA4-18CF-7088-C992-D109AFBD1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8105F-5942-4091-B0BE-DE65D52F2596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239821-59F3-94C9-E6F7-01AF6150A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1337F0-4FF9-AD6D-47CC-25F569CF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161E-4365-40BD-8176-1E1C0586E1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2973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7EF3DDA-EDBB-1B73-3BBF-216AE3910A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21D85DF-7C94-DA56-3050-DEE8E96C34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7F8191-96DB-BAB6-793B-E9FB11437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8105F-5942-4091-B0BE-DE65D52F2596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8CC3E3-B758-BFF4-544A-BB6F24770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48ADA1-90D1-371E-AD1F-AFD109012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161E-4365-40BD-8176-1E1C0586E1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356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AA35A5-B302-F499-D16A-568C6062D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E7E400-8D37-C061-B5EF-E4F8138D1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486768-67CC-4E4E-2208-19E3C1042C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58105F-5942-4091-B0BE-DE65D52F2596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60BC1A-E968-DB39-0096-9B3CFC083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C70F4C-711C-0FD9-E3DF-C03EAFB07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1F161E-4365-40BD-8176-1E1C0586E1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097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6A389-455B-7597-4CBE-AE75B2E65D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49F9A88-F1E6-74A3-93F4-3432B73783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F48F6F-30F5-46EE-1C2A-5707ECC2D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107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5CACB4-3895-57B0-DF30-27EAA17DA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1A56C1-02B2-29C8-444D-D9F1E65F8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C56801-10DB-B74A-45B8-4DD7BAD50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621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8EBD8F-5604-A96C-AB2E-5A215717C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5D6B0E-DD29-E63E-AF1C-1CFB97D3C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88CE4F8-B89F-9816-5E77-33206BF82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015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69BD11-9116-8FF6-BCAD-F5B350599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C848CD-58DF-98E9-4108-EC7913891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1DFEB3-ACC1-B02E-E86A-D011F6470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892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6CF872-317A-1FF8-413A-5F9473784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217103-7E7B-BD18-6E06-F2D070204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CBAE85-99B6-A2E6-F965-CB32CD8A5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90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96FA24-555A-A486-102A-08148F61C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817C85-F584-D56E-D1D0-489DD2D22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CC72CB-D739-C0F2-DCC9-3A31052A4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178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C4CB7C-4475-7281-3C49-2DDE822D7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043244-F93B-9A0E-19FE-196924EF3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96CDC5-E926-021E-3526-24882B5C3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730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BB9B04-E25A-A32B-AF0E-DDB480438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8828C1-3295-9459-E6A6-CAFB1C87F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3FE0D7-B7DE-D038-B15B-8A1B835BC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987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092171-7EFC-4DE6-D486-6DC078F43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3E00E0-2DF3-CD3A-0854-B479AFC64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FA2E352-A2B5-556A-5E02-E675573E8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664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DD026D-38F8-82CB-3BD9-C3CEB54D5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C757AD-105A-A5EB-1920-1DA42BC85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6692983-3162-7B5C-3887-5F9D8280E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117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48BBE5-5D55-33CF-37B0-9B72FC6E5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406CFC-6B95-7220-E556-FE35A1B1B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4FF7A1B-63A5-4DB4-7D66-DAA0AE42F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7759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Alisher Kinzhekov</dc:creator>
  <cp:lastModifiedBy>Alisher Kinzhekov</cp:lastModifiedBy>
  <cp:revision>1</cp:revision>
  <dcterms:created xsi:type="dcterms:W3CDTF">2026-09-22T16:43:41Z</dcterms:created>
  <dcterms:modified xsi:type="dcterms:W3CDTF">2026-09-22T16:44:11Z</dcterms:modified>
</cp:coreProperties>
</file>