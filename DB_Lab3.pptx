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155AAB-5D9B-FEFF-2E42-0637335CE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D8BE8E1-E550-AFD3-BE53-3DFB6B211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D8BCD3-A1B8-35C8-99F9-1DC8C572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4D15F7-5747-79A0-264F-0EFA91258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54CC52-E90D-F711-1316-FA7C49C78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98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75510-0425-BE5E-EC5E-4A78FDF5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DF9470-CF05-C2B3-FB01-57C4BB4D1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0E15D5-3836-1449-41D2-C35AC238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A6A3CA-97E8-8B49-F7BE-D429FDD69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CF1495-AC4C-D584-1D1A-CE137680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828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B5CA2F-4B70-149F-00BA-D0231C62B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5BF7F9-D3C7-CB0F-84F2-F95C05366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DDF740-14E2-45D3-B50A-966A8BCC2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1F818D-F574-2803-26BC-AC66AA55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F227ED-03EF-3EF4-6ACD-742B56C6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767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AD10D6-3E47-4ADA-232B-D28C2277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9B38A07-23E2-F040-40D1-D64522B56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AD5C12-FAAB-6E10-060F-B72CB3055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4595E4-1F7A-D7C4-3337-1AADC6AE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166D4E-CEC3-95C7-E149-42AD73DC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B6B016-D328-FA4E-E10D-1B097E4EB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099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33800-FF86-365C-A6C0-8EB921D59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4E4B0D-5857-D94A-DA8D-CB2EA94C3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DE3C4D-769B-ADAB-4C36-207440769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137E2E-A2FF-2BD5-B260-DB8A5BBF8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F49B45-26E4-8031-ECDE-99FB2D070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7846163-762E-DE6C-EAFF-AAD6560E6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1A82EA5-7E15-0E8F-7FAC-CA702EA9A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11DEA7-261B-F9F6-BC61-EFD65FA8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586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3768A7-FBA3-B6EE-D53B-31CF385FA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9C1E91A-E1D2-6697-DBED-36DF222C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423D7C-E194-1903-4E8D-0EE24699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360D837-DCD7-4F9F-FAAC-A4EC557E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946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7D1A3B3-CB6A-299D-3193-D6F1B4C4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971614-9041-725C-D76D-DBFBBAD95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300A90F-CEB7-90ED-37ED-F0B6872C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596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5B169-3036-EB44-6FEE-CD9DE4F44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E023D1-7CAC-0E36-19E1-8E45C8A8A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61316D-E0C6-4E6E-4D2E-94CD7DBAA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6343F4-F985-66D0-71B2-BAA15D73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DAA4E8-3B1F-16EC-8329-12A4EC36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8EF106-2885-2215-4D65-BF5AFE97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83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8011C-CA79-DC9F-EBFB-5EC196C6F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696239-5233-575C-A381-CBD396CA8B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66C84C-EB94-7101-0B7C-81AC324287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171F24C-8FCF-EB22-97E3-06041B3B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6E50EE-A4DE-D0E6-8A77-09B294E7C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677A81-C997-39BD-C737-B7EB7ED65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7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04CA0-E160-700F-6213-10F4F94D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53B5DE-DF39-9522-4C62-AAC5CA44D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EC6E9B-DEAB-388A-FC8E-EE90188D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168320-7107-0034-23AC-EC2AE22C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8ED374-C77E-F9DA-04E0-4B282141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0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FED1A4F-985B-99F2-2C77-88FACD1971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C4DD59E-5BEB-1378-CA11-A5552D044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366EC8-15ED-1453-6442-6141730DA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DBFAFB-6660-1F4D-60CB-0E3577D0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298BE7-8D53-FD97-EF8D-5E3866820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42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9E233D-FBD8-0922-6EC0-6AD9B1FD8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5AD658-8053-A3F5-0860-E5BF5FDBF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392302-782B-05FE-92CE-1CEAB07E88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02BE5-E804-4810-934E-F22817299631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DB27FC-71F4-3A60-38EA-BD8B822A0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530182-2678-032F-058B-84251B64BF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30423-549B-4488-84A4-329073325B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580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05B5F-5BF0-3942-9AE7-7255724934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6E4DFA-9237-52F9-269B-A41AA8788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366E45-335E-78AE-F7D7-5E5DFBB90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7965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Alisher Kinzhekov</dc:creator>
  <cp:lastModifiedBy>Alisher Kinzhekov</cp:lastModifiedBy>
  <cp:revision>1</cp:revision>
  <dcterms:created xsi:type="dcterms:W3CDTF">2026-09-30T04:27:00Z</dcterms:created>
  <dcterms:modified xsi:type="dcterms:W3CDTF">2026-09-30T04:27:12Z</dcterms:modified>
</cp:coreProperties>
</file>